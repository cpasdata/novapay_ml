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8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ype="http://schemas.openxmlformats.org/officeDocument/2006/relationships/presProps" Target="presProps.xml"/>  <Relationship Id="rId15" Type="http://schemas.openxmlformats.org/officeDocument/2006/relationships/viewProps" Target="viewProps.xml"/>  <Relationship Id="rId16" Type="http://schemas.openxmlformats.org/officeDocument/2006/relationships/theme" Target="theme/theme1.xml"/>  <Relationship Id="rId17" Type="http://schemas.openxmlformats.org/officeDocument/2006/relationships/tableStyles" Target="tableStyles.xml"/>  <Relationship Id="rId18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8f1510c-90fb-42d0-8d69-40381170953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a77b066-d592-4f44-a01f-707a6cad936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94edaf9-0791-4e3d-bd40-dff99e75a4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3ba1764-0931-48b2-9143-f024de80a0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2a207e7-2bf5-4c88-bc01-33fc899d207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f8446dd-a61c-41cd-82df-8ae727b9baa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420fa8e-160f-4198-a17e-3386ffe5ced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cda322a-c7de-4e2a-8a50-5113e99e006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32b109d-1ad5-4462-893e-29538c3a067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9adf5d5-85e0-4caa-97b3-2d75efdda84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86be6b2-58c0-4fbc-81c8-38f5883089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408aa71-e3ce-49a0-9a15-eb85b2f7234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2026-05-28T16:06:19.818Z</dcterms:created>
  <dcterms:modified xsi:type="dcterms:W3CDTF">2026-05-28T16:06:19.819Z</dcterms:modified>
</cp:coreProperties>
</file>